
<file path=[Content_Types].xml><?xml version="1.0" encoding="utf-8"?>
<Types xmlns="http://schemas.openxmlformats.org/package/2006/content-types">
  <Default Extension="bin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4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44E5-7EA9-A00F-222A-D4EFD78DE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F15C68-2B3F-571A-7DF0-7D84C2B52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24CA8-D6DB-E063-9105-674BE4F57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9F916-4B1C-3D95-33C8-9363A83D5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3C38B-70AE-5980-A3CD-A4ECE0FE4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431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2B496-8638-954D-4D09-C97F3AC8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CEC1-09D0-ABCF-EC32-672B8E2C1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72C83-063E-4D70-4E31-94AF42721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1F97A-D64B-7236-A706-E4218025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059C3-F302-3320-7EC0-1110229FD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06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003E3-9AC9-6E4D-2CA7-E9B5F6066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9BBAA-7735-4006-4526-51F26B538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25614-D125-39B8-FA07-FF17A1E7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1BEE3-EE59-8FAC-294A-B32FAE563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334F7-18E4-AD6F-99B3-E81880B24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861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34CF3-3D4D-C273-8CCD-5EAD9095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1182B-98E8-AA42-1A59-7EFEA90A80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18EEEB-B32D-8CC9-16A6-554B5027B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709EF-B791-2EEA-36E2-38104C12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15842E-6F3A-A85B-6D53-65B5AE8C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EBD62-29A1-2911-ADF8-F8BCCA803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9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D5427-74A9-5ED8-7773-0A9D0520D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BD954-6CF1-9CE6-CACF-455F6CC77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8FDFA-E79B-681D-21E4-8E6CB44C9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421589-80D3-F4DE-2BF3-EF09A5477D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54D82-8EA7-380F-7522-B00F34C5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AFC3FA-8362-05F0-1E84-C69C84DCA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F4058C-EFDC-73FA-7296-F85EE350D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CFA4C7-97BF-BB6D-558A-3F9C45D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1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93F998-5CFD-9FFA-739A-73D9D616D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F2A18-A0A1-3DF4-CA91-995A773C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E8E93-DC20-D6E7-8A2C-80486A53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21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D7E1B-3550-3840-CD6B-54BC1D478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A294-D019-64D6-420D-13887C448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530B7-90A7-3613-AC11-A4CB41AF5E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F1F35-E180-2D84-1260-3DD83513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4B64A-BFA1-F5FA-CA69-5D81434A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0EBEF-E358-2D3D-A2F9-B6EB3A1B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20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252C4-2991-64A8-3E05-2F2A11D18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9B7D28-C3EE-DA99-F6DF-A1DC180A7E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7CCCF-DEC8-7499-A7D2-878197E24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9535CF-242A-22B4-F764-120A33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783F1-76D6-C1A9-D67F-2FB614073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94F2-6D19-29F7-3336-F3AE37B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97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C3A7F-4EF9-67FA-EE14-171F15FA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C73FB-80A5-F9CD-8920-45772AC4B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795C18-2C1E-842B-417A-C5BB0492D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08207-1CD2-27A0-E167-60E3A4037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D08D8-2F64-5C6E-959B-A18A7017F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980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B9B0B3-0B63-BDB9-ED7B-5690C538C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B7BFFE-AAD6-8C50-43D9-A990F62561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AC6E2-04DF-6DEE-3397-2F511BB83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D5E37-2472-4004-E51E-65D6D8A0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1BAC8-106B-CFB9-8D4B-11A9E7D7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53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AFC7-5A92-11DE-9403-A24DCCB90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287" y="1443517"/>
            <a:ext cx="10515600" cy="1325563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Quicksand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15A780-312C-AC19-25E9-5A8A6C0B7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3963610"/>
      </p:ext>
    </p:extLst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ct">
            <a:extLst>
              <a:ext uri="{FF2B5EF4-FFF2-40B4-BE49-F238E27FC236}">
                <a16:creationId xmlns:a16="http://schemas.microsoft.com/office/drawing/2014/main" id="{1CEABFB7-0E55-6B42-07AC-811A73351439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alphaModFix/>
          </a:blip>
          <a:stretch/>
        </p:blipFill>
        <p:spPr>
          <a:xfrm>
            <a:off x="0" y="0"/>
            <a:ext cx="10601325" cy="1420273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DBBF8-B311-9293-FDF3-4A284D9FB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132" y="947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C9F6C6-73A5-0E7A-7077-E131FC32C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oundRect">
            <a:avLst>
              <a:gd name="adj" fmla="val 4177"/>
            </a:avLst>
          </a:prstGeom>
          <a:solidFill>
            <a:srgbClr val="DDE4F8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7E770-D3AD-DCE7-4035-43C1F5E493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50F36D-9E16-42E6-9F80-B6DC876958B6}" type="datetimeFigureOut">
              <a:rPr lang="en-IN" smtClean="0"/>
              <a:t>22-07-2026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65FE-6E8B-5A92-BCDE-664181253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37AEF-085A-A1E4-5D23-50EC9146D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49BD1-D33E-4AFE-9692-245425B75D0E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layoutShapeInnerChild1">
            <a:extLst>
              <a:ext uri="{FF2B5EF4-FFF2-40B4-BE49-F238E27FC236}">
                <a16:creationId xmlns:a16="http://schemas.microsoft.com/office/drawing/2014/main" id="{5DE74BB6-3FFA-3BBE-C247-88A534B93E63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alphaModFix/>
            <a:extLst>
              <a:ext uri="{899FBA48-7B2C-474C-B2AE-7FA3B76AA679}">
                <a14:useLocalDpi xmlns:a14="http://schemas.microsoft.com/office/drawing/2010/main" xmlns:p14="http://schemas.microsoft.com/office/powerpoint/2010/main" xmlns:asvg="http://schemas.microsoft.com/office/drawing/2016/SVG/main" xmlns:a16="http://schemas.microsoft.com/office/drawing/2014/main" xmlns="" val="0"/>
              </a:ext>
            </a:extLst>
          </a:blip>
          <a:srcRect t="-261" b="-261"/>
          <a:stretch/>
        </p:blipFill>
        <p:spPr>
          <a:xfrm>
            <a:off x="11743019" y="329183"/>
            <a:ext cx="448981" cy="89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95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  <p:bldP spid="3" grpId="0" uiExpand="1" build="p" animBg="1">
        <p:tmplLst>
          <p:tmpl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1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2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Quicksand" pitchFamily="2" charset="0"/>
          <a:ea typeface="+mj-ea"/>
          <a:cs typeface="+mj-cs"/>
        </a:defRPr>
      </a:lvl1pPr>
    </p:titleStyle>
    <p:bodyStyle>
      <a:lvl1pPr marL="801688" indent="-228600" algn="l" defTabSz="914400" rtl="0" eaLnBrk="1" latinLnBrk="0" hangingPunct="1">
        <a:lnSpc>
          <a:spcPct val="150000"/>
        </a:lnSpc>
        <a:spcBef>
          <a:spcPts val="10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b="1" kern="1200">
          <a:solidFill>
            <a:schemeClr val="tx1"/>
          </a:solidFill>
          <a:latin typeface="Quicksand" pitchFamily="2" charset="0"/>
          <a:ea typeface="+mn-ea"/>
          <a:cs typeface="+mn-cs"/>
        </a:defRPr>
      </a:lvl1pPr>
      <a:lvl2pPr marL="12588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614488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884363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155825" indent="-228600" algn="l" defTabSz="914400" rtl="0" eaLnBrk="1" latinLnBrk="0" hangingPunct="1">
        <a:lnSpc>
          <a:spcPct val="150000"/>
        </a:lnSpc>
        <a:spcBef>
          <a:spcPts val="500"/>
        </a:spcBef>
        <a:buClr>
          <a:srgbClr val="204ECF"/>
        </a:buClr>
        <a:buFontTx/>
        <a:buChar char="●"/>
        <a:tabLst>
          <a:tab pos="361950" algn="l"/>
          <a:tab pos="449263" algn="l"/>
        </a:tabLst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BE2C-8237-A4AA-C1D9-078F5DBD7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5913"/>
            <a:ext cx="9144000" cy="2387600"/>
          </a:xfrm>
        </p:spPr>
        <p:txBody>
          <a:bodyPr>
            <a:noAutofit/>
          </a:bodyPr>
          <a:lstStyle/>
          <a:p>
            <a:r>
              <a:rPr lang="en-IN" sz="4400" dirty="0">
                <a:solidFill>
                  <a:schemeClr val="tx1"/>
                </a:solidFill>
              </a:rPr>
              <a:t>CSS Transitions, Transform, Animations, and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370470-81B4-0DCD-2E48-D5E96E07D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78313"/>
            <a:ext cx="9144000" cy="1655762"/>
          </a:xfrm>
        </p:spPr>
        <p:txBody>
          <a:bodyPr>
            <a:normAutofit/>
          </a:bodyPr>
          <a:lstStyle/>
          <a:p>
            <a:r>
              <a:rPr lang="en-US" sz="1800" dirty="0"/>
              <a:t>To build highly engaging, performant user interfaces by combining dynamic design tokens with seamless, hardware-accelerated movement and spatial interactions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960171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6588F-6E75-A6DA-6692-5D43B90E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121B-44AA-1D55-51E7-3AF357D24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Transitions let a CSS property change smoothly from one value to another instead of switching instantly. </a:t>
            </a:r>
          </a:p>
          <a:p>
            <a:r>
              <a:rPr lang="en-US" dirty="0"/>
              <a:t>They are usually triggered by a state change like :hover, :focus, or a class change.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9441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07CC0-C1D5-368F-AA70-DD9206620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70C8-3C60-28E7-FC77-26D01EF5B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8A867-794D-9256-BB39-65E08B660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.box {</a:t>
            </a:r>
          </a:p>
          <a:p>
            <a:pPr marL="573088" indent="0">
              <a:buNone/>
            </a:pPr>
            <a:r>
              <a:rPr lang="en-US" dirty="0"/>
              <a:t>  background: </a:t>
            </a:r>
            <a:r>
              <a:rPr lang="en-US" dirty="0" err="1"/>
              <a:t>steelblue</a:t>
            </a:r>
            <a:r>
              <a:rPr lang="en-US" dirty="0"/>
              <a:t>;</a:t>
            </a:r>
          </a:p>
          <a:p>
            <a:pPr marL="573088" indent="0">
              <a:buNone/>
            </a:pPr>
            <a:r>
              <a:rPr lang="en-US" dirty="0"/>
              <a:t>  transition: background-color 0.3s ease;</a:t>
            </a:r>
          </a:p>
          <a:p>
            <a:pPr marL="573088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.</a:t>
            </a:r>
            <a:r>
              <a:rPr lang="en-US" dirty="0" err="1"/>
              <a:t>box:hover</a:t>
            </a:r>
            <a:r>
              <a:rPr lang="en-US" dirty="0"/>
              <a:t> {</a:t>
            </a:r>
          </a:p>
          <a:p>
            <a:pPr marL="573088" indent="0">
              <a:buNone/>
            </a:pPr>
            <a:r>
              <a:rPr lang="en-US" dirty="0"/>
              <a:t>  background: tomato;</a:t>
            </a:r>
          </a:p>
          <a:p>
            <a:pPr marL="573088" indent="0">
              <a:buNone/>
            </a:pPr>
            <a:r>
              <a:rPr lang="en-US" dirty="0"/>
              <a:t>}</a:t>
            </a:r>
          </a:p>
          <a:p>
            <a:r>
              <a:rPr lang="en-US" dirty="0"/>
              <a:t>Common shorthand: transition: background-color 0.3s ease;</a:t>
            </a:r>
          </a:p>
        </p:txBody>
      </p:sp>
    </p:spTree>
    <p:extLst>
      <p:ext uri="{BB962C8B-B14F-4D97-AF65-F5344CB8AC3E}">
        <p14:creationId xmlns:p14="http://schemas.microsoft.com/office/powerpoint/2010/main" val="1563043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F1D85-8B59-5998-69D5-313BFBD84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78C45-5D48-CDD5-D0DF-2EF5BCE6E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49845-012D-EE39-1DC1-3F3920BA0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it does</a:t>
            </a:r>
          </a:p>
          <a:p>
            <a:pPr lvl="1"/>
            <a:r>
              <a:rPr lang="en-US" dirty="0"/>
              <a:t>transition-property: which property changes smoothly.</a:t>
            </a:r>
          </a:p>
          <a:p>
            <a:pPr lvl="1"/>
            <a:r>
              <a:rPr lang="en-US" dirty="0"/>
              <a:t>transition-duration: how long the change takes.</a:t>
            </a:r>
          </a:p>
          <a:p>
            <a:pPr lvl="1"/>
            <a:r>
              <a:rPr lang="en-US" dirty="0"/>
              <a:t>transition-timing-function: how the speed changes over time.</a:t>
            </a:r>
          </a:p>
          <a:p>
            <a:pPr lvl="1"/>
            <a:r>
              <a:rPr lang="en-US" dirty="0"/>
              <a:t>transition-delay: wait time before the transition starts.</a:t>
            </a:r>
          </a:p>
        </p:txBody>
      </p:sp>
    </p:spTree>
    <p:extLst>
      <p:ext uri="{BB962C8B-B14F-4D97-AF65-F5344CB8AC3E}">
        <p14:creationId xmlns:p14="http://schemas.microsoft.com/office/powerpoint/2010/main" val="2682044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6EEED-05DB-DF7D-70CD-19F6BB7D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BCA91-093D-04A0-261B-B443594431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Transforms change how an element is visually moved, rotated, </a:t>
            </a:r>
            <a:br>
              <a:rPr lang="en-US" dirty="0"/>
            </a:br>
            <a:r>
              <a:rPr lang="en-US" dirty="0"/>
              <a:t>resized, or skewed. They do not affect the normal document flow </a:t>
            </a:r>
            <a:br>
              <a:rPr lang="en-US" dirty="0"/>
            </a:br>
            <a:r>
              <a:rPr lang="en-US" dirty="0"/>
              <a:t>like layout properties do.</a:t>
            </a:r>
          </a:p>
          <a:p>
            <a:r>
              <a:rPr lang="en-US" dirty="0"/>
              <a:t>.box: hover {  transform: scale(1.1) rotate(5deg);}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3251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32B6-DD10-D1E6-1CFE-6669D8E31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4E563-BD5D-6B5E-78FB-E847A72F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EAB41-E4C5-7084-ACF3-9CACACE2E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Common transform functions:</a:t>
            </a:r>
          </a:p>
          <a:p>
            <a:pPr lvl="1"/>
            <a:r>
              <a:rPr lang="en-IN" dirty="0"/>
              <a:t>translate(x, y) – move element.</a:t>
            </a:r>
          </a:p>
          <a:p>
            <a:pPr lvl="1"/>
            <a:r>
              <a:rPr lang="en-IN" dirty="0"/>
              <a:t>scale(x, y) – resize element.</a:t>
            </a:r>
          </a:p>
          <a:p>
            <a:pPr lvl="1"/>
            <a:r>
              <a:rPr lang="en-IN" dirty="0"/>
              <a:t>rotate(angle) – rotate element.</a:t>
            </a:r>
          </a:p>
          <a:p>
            <a:pPr lvl="1"/>
            <a:r>
              <a:rPr lang="en-IN" dirty="0"/>
              <a:t>skew(x-angle, y-angle) – tilt element.</a:t>
            </a:r>
          </a:p>
          <a:p>
            <a:pPr lvl="1"/>
            <a:r>
              <a:rPr lang="en-IN" dirty="0"/>
              <a:t>matrix() – advanced combination.</a:t>
            </a:r>
          </a:p>
          <a:p>
            <a:r>
              <a:rPr lang="en-IN" dirty="0"/>
              <a:t>Example: .box {  transform: </a:t>
            </a:r>
            <a:r>
              <a:rPr lang="en-IN" dirty="0" err="1"/>
              <a:t>translateX</a:t>
            </a:r>
            <a:r>
              <a:rPr lang="en-IN" dirty="0"/>
              <a:t>(20px);}</a:t>
            </a:r>
          </a:p>
        </p:txBody>
      </p:sp>
    </p:spTree>
    <p:extLst>
      <p:ext uri="{BB962C8B-B14F-4D97-AF65-F5344CB8AC3E}">
        <p14:creationId xmlns:p14="http://schemas.microsoft.com/office/powerpoint/2010/main" val="1246064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885EE-D213-16A8-732A-6DBE5A4B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D5089-BE57-9B8B-046B-AB5CEDE2B0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Animations let you define multi-step motion using @keyframes. They are useful when you want an effect to run automatically, not just on hover.</a:t>
            </a:r>
          </a:p>
          <a:p>
            <a:r>
              <a:rPr lang="en-IN" dirty="0"/>
              <a:t>@keyframes pulse {  </a:t>
            </a:r>
            <a:br>
              <a:rPr lang="en-IN" dirty="0"/>
            </a:br>
            <a:r>
              <a:rPr lang="en-IN" dirty="0"/>
              <a:t>0% { transform: scale(1); }  </a:t>
            </a:r>
            <a:br>
              <a:rPr lang="en-IN" dirty="0"/>
            </a:br>
            <a:r>
              <a:rPr lang="en-IN" dirty="0"/>
              <a:t>50% { transform: scale(1.1); }  </a:t>
            </a:r>
            <a:br>
              <a:rPr lang="en-IN" dirty="0"/>
            </a:br>
            <a:r>
              <a:rPr lang="en-IN" dirty="0"/>
              <a:t>100% { transform: scale(1); }}</a:t>
            </a:r>
            <a:br>
              <a:rPr lang="en-IN" dirty="0"/>
            </a:br>
            <a:r>
              <a:rPr lang="en-IN" dirty="0"/>
              <a:t>.box {  animation: pulse 1s infinite;}</a:t>
            </a:r>
          </a:p>
        </p:txBody>
      </p:sp>
    </p:spTree>
    <p:extLst>
      <p:ext uri="{BB962C8B-B14F-4D97-AF65-F5344CB8AC3E}">
        <p14:creationId xmlns:p14="http://schemas.microsoft.com/office/powerpoint/2010/main" val="315495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C446A-ED8D-963B-ABC0-329621FCF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CE9A2-C2A8-76BF-AA20-BDCF88CCD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Animations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CBBE4-8613-D97E-C04D-7B06114B2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parts</a:t>
            </a:r>
            <a:br>
              <a:rPr lang="en-US" dirty="0"/>
            </a:br>
            <a:r>
              <a:rPr lang="en-US" dirty="0"/>
              <a:t>		</a:t>
            </a:r>
            <a:r>
              <a:rPr lang="en-US" b="0" dirty="0">
                <a:latin typeface="IBM Plex Sans" panose="020B0503050203000203" pitchFamily="34" charset="0"/>
              </a:rPr>
              <a:t>@keyframes defines the steps.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		animation-name names the animation.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		animation-duration sets the speed.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		animation-iteration-count controls repetition.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		animation-timing-function controls pacing.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		animation-direction controls playback direction.</a:t>
            </a:r>
          </a:p>
          <a:p>
            <a:r>
              <a:rPr lang="en-US" dirty="0"/>
              <a:t>animation: pulse 1s infinite ease-in-out;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149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D91DC-3FEA-D3FF-A41B-DC3F4BAD9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86B2-172D-B2C1-718B-8C6ED83A3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Variables, also called custom properties, let you store reusable values and use them throughout your CSS. </a:t>
            </a:r>
          </a:p>
          <a:p>
            <a:r>
              <a:rPr lang="en-US" dirty="0"/>
              <a:t>They make it easier to keep your styles consistent and update them in one place.</a:t>
            </a:r>
          </a:p>
          <a:p>
            <a:r>
              <a:rPr lang="en-US" b="0" dirty="0">
                <a:latin typeface="IBM Plex Sans" panose="020B0503050203000203" pitchFamily="34" charset="0"/>
              </a:rPr>
              <a:t>:root {  --main-color: </a:t>
            </a:r>
            <a:r>
              <a:rPr lang="en-US" b="0" dirty="0" err="1">
                <a:latin typeface="IBM Plex Sans" panose="020B0503050203000203" pitchFamily="34" charset="0"/>
              </a:rPr>
              <a:t>steelblue</a:t>
            </a:r>
            <a:r>
              <a:rPr lang="en-US" b="0" dirty="0">
                <a:latin typeface="IBM Plex Sans" panose="020B0503050203000203" pitchFamily="34" charset="0"/>
              </a:rPr>
              <a:t>;  --padding-size: 16px;}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.box {  background: var(--main-color);  padding: var(--padding-size);}</a:t>
            </a:r>
            <a:endParaRPr lang="en-IN" b="0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25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4402-8974-2FAD-E0A7-78E507E23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8623E-6050-703C-2349-3217DC88C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69647-78B1-5778-E827-0F57450D4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Notes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Variables usually start with --.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They are accessed using var(--name).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:root is a good place to define global variables.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They can be overridden in a specific component or section.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>
                <a:latin typeface="IBM Plex Sans" panose="020B0503050203000203" pitchFamily="34" charset="0"/>
              </a:rPr>
              <a:t>Example override:</a:t>
            </a:r>
            <a:br>
              <a:rPr lang="en-US" b="0" dirty="0">
                <a:latin typeface="IBM Plex Sans" panose="020B0503050203000203" pitchFamily="34" charset="0"/>
              </a:rPr>
            </a:br>
            <a:r>
              <a:rPr lang="en-US" b="0" dirty="0" err="1">
                <a:latin typeface="IBM Plex Sans" panose="020B0503050203000203" pitchFamily="34" charset="0"/>
              </a:rPr>
              <a:t>css.card</a:t>
            </a:r>
            <a:r>
              <a:rPr lang="en-US" b="0" dirty="0">
                <a:latin typeface="IBM Plex Sans" panose="020B0503050203000203" pitchFamily="34" charset="0"/>
              </a:rPr>
              <a:t> {  --main-color: tomato;  background: var(--main-color);}</a:t>
            </a:r>
            <a:endParaRPr lang="en-IN" b="0" dirty="0"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405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0F7D6E-AC1D-0FCB-295F-0923FC2F4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73088" indent="0" algn="ctr">
              <a:buNone/>
            </a:pPr>
            <a:r>
              <a:rPr lang="en-US" sz="6000" dirty="0"/>
              <a:t>Thank You</a:t>
            </a:r>
            <a:endParaRPr lang="en-IN" sz="6000" dirty="0"/>
          </a:p>
        </p:txBody>
      </p:sp>
    </p:spTree>
    <p:extLst>
      <p:ext uri="{BB962C8B-B14F-4D97-AF65-F5344CB8AC3E}">
        <p14:creationId xmlns:p14="http://schemas.microsoft.com/office/powerpoint/2010/main" val="4089352955"/>
      </p:ext>
    </p:extLst>
  </p:cSld>
  <p:clrMapOvr>
    <a:masterClrMapping/>
  </p:clrMapOvr>
</p:sld>
</file>

<file path=ppt/theme/theme1.xml><?xml version="1.0" encoding="utf-8"?>
<a:theme xmlns:a="http://schemas.openxmlformats.org/drawingml/2006/main" name="ABC Final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BC Final Theme" id="{671380DE-0F6A-48AA-BCBD-DD1332E66760}" vid="{BFD2BD10-29C3-40AA-8AC4-FE51644B6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ABC Final Theme</Template>
  <TotalTime>80</TotalTime>
  <Words>510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IBM Plex Sans</vt:lpstr>
      <vt:lpstr>Quicksand</vt:lpstr>
      <vt:lpstr>ABC Final Theme</vt:lpstr>
      <vt:lpstr>CSS Transitions, Transform, Animations, and Variables</vt:lpstr>
      <vt:lpstr>Transitions</vt:lpstr>
      <vt:lpstr>Transitions</vt:lpstr>
      <vt:lpstr>Transitions</vt:lpstr>
      <vt:lpstr>Transform</vt:lpstr>
      <vt:lpstr>Transform</vt:lpstr>
      <vt:lpstr>Animations</vt:lpstr>
      <vt:lpstr>Animations</vt:lpstr>
      <vt:lpstr>Variables</vt:lpstr>
      <vt:lpstr>Variables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Kr</dc:creator>
  <cp:lastModifiedBy>Rakesh Kr</cp:lastModifiedBy>
  <cp:revision>3</cp:revision>
  <dcterms:created xsi:type="dcterms:W3CDTF">2026-07-22T01:23:13Z</dcterms:created>
  <dcterms:modified xsi:type="dcterms:W3CDTF">2026-07-22T05:35:26Z</dcterms:modified>
</cp:coreProperties>
</file>